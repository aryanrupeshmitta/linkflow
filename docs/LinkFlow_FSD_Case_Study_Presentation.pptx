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FULL STACK DEVELOPMENT CASE STUDY (Course Code: 2550544)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LinkFlow - Enterprise URL Shortener</a:t>
            </a:r>
            <a:br/>
            <a:r>
              <a:t>&amp; Link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Commercial-grade URL Shortener with Passcode Protection, Expiration Controls, QR Codes &amp; Real-Time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Presented By: MITTA ARYAN RUPESH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Department of Computer Science &amp; Engineering | MLRITM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FULL STACK DEVELOPMENT (COURSE CODE: 2550544)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1. Executive Summary of the Case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Core Solution &amp; Value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Commercial-grade full-stack URL shortener and link analytics suite.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Solves long URL clutter, campaign tracking, and link security issues.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Delivers custom slugs (linkflow.io/promo), QR code generation, and passcode security.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Includes automated UTM parameter building and real-time click telemetry dashboards.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Architectural Innovation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Zero-Setup Dual-Engine Storage Architecture (src/db/storage.js).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Seamless fallback between MongoDB Atlas and Embedded JSON storage.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Zero configuration error guarantee for instant local developer execution.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Real-Time Link Health Audit Scanner &amp; 100% passing Jest integration test suite.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FULL STACK DEVELOPMENT (COURSE CODE: 2550544)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2. 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</a:defRPr>
            </a:pPr>
            <a:r>
              <a:t>Background &amp; Industry Need: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Long URLs with campaign tokens are ugly, hard to share, and impossible to track. Modern marketing demands branded, secure, short links.</a:t>
            </a:r>
          </a:p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</a:defRPr>
            </a:pPr>
            <a:r>
              <a:t>Core Problems Solved: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Public shorteners impose strict limits, high subscription costs, lack link password protection, and crash without cloud database setups.</a:t>
            </a:r>
          </a:p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</a:defRPr>
            </a:pPr>
            <a:r>
              <a:t>LinkFlow Solution: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A self-hostable, market-ready web platform with password screens, expiration controls, QR codes, dual-storage resilience, and complete data privacy.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FULL STACK DEVELOPMENT (COURSE CODE: 2550544)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3. Objectives of the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1. RESTful API Engine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Build a high-performance Express.js backend supporting single/bulk shortening, deletion, and redirection.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2. Dual Storage System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Architect zero-setup storage abstraction combining MongoDB with Embedded Local JSON storage for 100% uptime.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3. Commercial Security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Implement passcode hashing, expiration timers, click count thresholds, and endpoint rate limiting.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4. Glassmorphism UI &amp; Telemetry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Develop a dark glassmorphic SPA with Chart.js click timelines, QR generator, and link health diagnostics.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FULL STACK DEVELOPMENT (COURSE CODE: 2550544)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4. Functional &amp; Technical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Functional Requirements (FR)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FR-1: Custom Aliases &amp; 6-char short codes.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FR-2: Bulk processing of up to 50 URLs.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FR-3: Passcode protection with verification screen.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FR-4: Automatic expiration date &amp; click limit enforcement.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FR-5: Instant PNG QR Code generation &amp; analytics dashboard.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FR-6: Link Health Auditor (Healthy/Paused/Expired).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Tech Stack &amp; Non-Functional (NFR)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NFR-1: Sub-50ms HTTP redirection response time.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NFR-2: 100% Uptime via auto-switching dual storage.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NFR-3: Express Rate Limiting &amp; Passcode Hashing.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Runtime: Node.js v16+, Express.js v4.18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Frontend: HTML5, CSS3 Glassmorphism, JS ES6+, Chart.js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Database: MongoDB Atlas / Embedded Local 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FULL STACK DEVELOPMENT (COURSE CODE: 2550544)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5. System Architecture &amp; Dual Storage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LinkFlow Dual-Engine Architecture &amp; Flow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1. Client SPA (Browser): Communicates via REST API v1 using JSON payloads. Renders Chart.js &amp; QR preview.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2. API Gateway &amp; Middleware: Express router with express-rate-limit and API Key authentication middleware.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3. Shortener Service Layer (src/services/shortenerService.js): Manages validation, slug collision, passcode hashing, UTM appending, and analytics recording.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4. Dual Storage Abstraction (src/db/storage.js): Auto-detects MongoDB; smoothly falls back to Embedded Local JSON storage if MongoDB is offline.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5. Telemetry &amp; Analytics: Captures device categories, User-Agent header telemetry, referrers, and raw access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FULL STACK DEVELOPMENT (COURSE CODE: 2550544)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6. Implementation Details &amp; Core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Backend Implementation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server.js — Entry point bootstrapping storage + API routes.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src/db/storage.js — Dual-engine storage wrapper.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src/routes/apiRoutes.js — 9 REST API v1 endpoints.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src/routes/redirectRoutes.js — Redirection &amp; passcode prompt page.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src/middleware/rateLimiter.js — Security rate limits.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Frontend Implementation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public/index.html — 5-tab SPA with glassmorphic cards.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public/style.css — Dark glassmorphism, animated mesh background canvas.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public/script.js — Chart.js integration, QR modal, link health scanner, Ctrl+K shortcut.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Social Share Hub — Twitter/X, LinkedIn, WhatsApp, Facebook, Email, Native Share.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FULL STACK DEVELOPMENT (COURSE CODE: 2550544)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7. Testing Methodology &amp; Integration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Automated Jest &amp; Supertest Integration Suite (100% Pass Rate)</a:t>
            </a:r>
          </a:p>
          <a:p>
            <a:pPr>
              <a:spcBef>
                <a:spcPts val="400"/>
              </a:spcBef>
              <a:defRPr sz="1200">
                <a:solidFill>
                  <a:srgbClr val="86EFAC"/>
                </a:solidFill>
              </a:defRPr>
            </a:pPr>
            <a:r>
              <a:t>PASS tests/shortener.test.js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  URL Shortener API Tests</a:t>
            </a:r>
          </a:p>
          <a:p>
            <a:pPr>
              <a:spcBef>
                <a:spcPts val="400"/>
              </a:spcBef>
              <a:defRPr sz="1200">
                <a:solidFill>
                  <a:srgbClr val="86EFAC"/>
                </a:solidFill>
              </a:defRPr>
            </a:pPr>
            <a:r>
              <a:t>    ✓ POST /api/v1/shorten creates a short URL (87 ms)</a:t>
            </a:r>
          </a:p>
          <a:p>
            <a:pPr>
              <a:spcBef>
                <a:spcPts val="400"/>
              </a:spcBef>
              <a:defRPr sz="1200">
                <a:solidFill>
                  <a:srgbClr val="86EFAC"/>
                </a:solidFill>
              </a:defRPr>
            </a:pPr>
            <a:r>
              <a:t>    ✓ POST /api/v1/shorten handles custom slug and duplicate prevention (614 ms)</a:t>
            </a:r>
          </a:p>
          <a:p>
            <a:pPr>
              <a:spcBef>
                <a:spcPts val="400"/>
              </a:spcBef>
              <a:defRPr sz="1200">
                <a:solidFill>
                  <a:srgbClr val="86EFAC"/>
                </a:solidFill>
              </a:defRPr>
            </a:pPr>
            <a:r>
              <a:t>    ✓ GET /api/v1/links returns list of links (13 ms)</a:t>
            </a:r>
          </a:p>
          <a:p>
            <a:pPr>
              <a:spcBef>
                <a:spcPts val="400"/>
              </a:spcBef>
              <a:defRPr sz="1200">
                <a:solidFill>
                  <a:srgbClr val="86EFAC"/>
                </a:solidFill>
              </a:defRPr>
            </a:pPr>
            <a:r>
              <a:t>    ✓ POST /api/v1/bulk-shorten processes multiple URLs (13 ms)</a:t>
            </a:r>
          </a:p>
          <a:p>
            <a:pPr>
              <a:spcBef>
                <a:spcPts val="400"/>
              </a:spcBef>
              <a:defRPr sz="1200">
                <a:solidFill>
                  <a:srgbClr val="86EFAC"/>
                </a:solidFill>
              </a:defRPr>
            </a:pPr>
            <a:r>
              <a:t>    ✓ GET /:shortCode redirects to original URL (19 ms)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Test Suites: 1 passed, 1 total | Tests: 5 passed, 5 total | Time: 2.158 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FULL STACK DEVELOPMENT (COURSE CODE: 2550544)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8. Results &amp; Comparative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Key Project Achievements &amp; Benchmarks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Redirection Latency: Sub-20ms redirection response time on local file storage; sub-10ms on MongoDB.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Zero-Setup Guarantee: Developers can clone the repository and run immediately without database setup errors.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Security &amp; Compliance: Passcode-protected intermediate screens ensure sensitive links remain private.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Commercial Viability: Full feature parity with commercial Bitly / TinyURL platforms including QR codes, UTM parameters, bulk processing, and Chart.js dashboards.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Production Deployment: Fully containerized with Dockerfile and docker-compose.yml.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FULL STACK DEVELOPMENT (COURSE CODE: 2550544)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9. Conclusion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Conclusion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LinkFlow PRO v2.1 successfully achieves all project goals.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Delivers a market-ready full-stack URL shortener and analytics engine.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Combines resilient architecture with high usability and security.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Open source under MIT License for Mitta Aryan Rupesh.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Future Roadmap (v3.0)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1. Custom Domain CNAME Routing for multi-tenant organizations.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2. User Accounts &amp; JWT Authentication with RBAC.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3. AI-Powered Fraud &amp; Phishing Detection on target URLs.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4. Native Mobile Application (React Native / Flutter).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